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PayFlow on DOKS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Scalable SaaS Application on DigitalOcean Kubernetes Service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Technical Account Manager Assessment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0416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Scenario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74980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7840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PayFlow Inc.  </a:t>
            </a:r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</a:rPr>
              <a:t>— Series A FinTech startup building invoicing &amp; billing tools for SMBs. 200+ customers, processing 5,000+ invoices/month, growing 25% QoQ. Looking to containerize and deploy their web application on DigitalOcean Kubernetes Service.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Handle growing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workloads as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onboard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87168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87168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Fast response times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for invoice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operations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8576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08576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Reliability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08576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High availability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with minimal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downtime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9984" y="1874520"/>
            <a:ext cx="19933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1874520"/>
            <a:ext cx="1993392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187452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Cost Optimization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9984" y="233172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Avoid waste while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maintaining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Kubernetes?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technical case for container orchestration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Business Benefits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Scale on demand, pay for what you 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Pods scale up during billing cycles and back down after. Only pay for burst capacity when needed.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Deploy faster, with zero downtime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5798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Rolling deployments go live without maintenance windows. Bad deployments auto-rollback.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78608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15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Self-healing infrastructure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Failed pods restart automatically. Health probes pull unhealthy instances before customers notice.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4023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Predictable costs, no over-provisioning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Resource requests cap what each pod can use. Right-sizing prevents runaway processes.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895344"/>
            <a:ext cx="40233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Portable and cloud-independent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Same Kubernetes manifests run on any cloud. No vendor lock-in at the application layer.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987552"/>
            <a:ext cx="0" cy="374904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Key Kubernetes Components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243584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12618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Desired state — replicas, update strategy, rollback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824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68249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Stable network endpoint, load balances across pods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084832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03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Routes external HTTP traffic — single entry point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2523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25237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Auto-scales pods based on CPU/memory metrics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4436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ConfigMap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2944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Non-sensitive config injected at runtime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3649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3649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Sensitive credentials — never hardcoded in image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67328"/>
            <a:ext cx="402336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7856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80760" y="37856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Persistent storage attached to pods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2062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80760" y="42062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Logical isolation — environments or teams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DigitalOcean Kubernetes (DOKS)?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over self-managed Kubernetes and competing cloud providers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Free managed control plane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DigitalOcean manages the Kubernetes control plane at no cost. AWS EKS charges $72/mo and GKE charges $72/mo per cluster just to run Kubernetes. For PayFlow's architecture, DOKS saves $864/year before a single workload runs.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Simple setup — operational from day 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One doctl command provisions a production-ready cluster with autoscaling, kubeconfig, and DO Load Balancer integration. No VPC configuration, IAM roles, or networking expertise required upfront.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584448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Native DigitalOcean integrations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9136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Block Storage, Container Registry, Load Balancers, and Spaces integrate directly with Kubernetes via native drivers — no third-party plugins or complex IAM policies. Billing is unified in one DO account.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987552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0424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Cluster Autoscaler built-in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3167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DO Droplets provision and deprovision automatically as pod demand changes. Burst capacity is billed by the hour — PayFlow only pays for extra nodes during peak billing cycles.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286000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Predictable, transparent pricing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61518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No data transfer fees between DO services within the same region. No surprise charges for API calls, secret storage, or log ingestion. PayFlow's full stack runs at $36/mo with no hidden costs.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584448"/>
            <a:ext cx="54864" cy="11155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6393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Standard Kubernetes — no lock-in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91363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DOKS runs upstream Kubernetes. The same manifests — deployment.yaml, ingress.yaml, hpa.yaml — run identically on EKS, GKE, or any other provider. Migrating is a kubeconfig swap, not a rewrite.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 — from internet to app to database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pic>
        <p:nvPicPr>
          <p:cNvPr id="7" name="Image 0" descr="/home/claude/arch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Setup Guide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high-level steps — full details in GitHub README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8412480" cy="658368"/>
          </a:xfrm>
          <a:prstGeom prst="rect">
            <a:avLst/>
          </a:prstGeom>
          <a:solidFill>
            <a:srgbClr val="D6E4F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Prerequisites: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00584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doctl CLI  ·  kubectl  ·  Docker  ·  DigitalOcean account  ·  Container Registry created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80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Node.js 18+ (local dev)  ·  Git repository with app/ and k8s/ folders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55648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5564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177393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Build &amp; push Docker image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01168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Build the container image targeting linux/amd64 platform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2128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Tag and push to DO Container Registry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2029968"/>
            <a:ext cx="0" cy="146304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65760" y="2523744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2374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54203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Create DOKS cluster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277977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Provision a DOKS cluster in NYC1 with s-1vcpu-2gb nodes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" y="298094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Enable cluster autoscaler (min 2 / max 3 nodes)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318211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Save kubeconfig using doctl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1208" y="2798064"/>
            <a:ext cx="0" cy="146304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365760" y="3483864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8386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3502152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Create Kubernetes Secret &amp; deploy manifests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3739896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Create payflow-secrets with ADMIN_PASSWORD and DB_PASSWORD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" y="3941064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Apply all manifests in order: PVC → PostgreSQL → ConfigMap → Deployment → Service → Ingress → HPA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1208" y="3758184"/>
            <a:ext cx="0" cy="146304"/>
          </a:xfrm>
          <a:prstGeom prst="line">
            <a:avLst/>
          </a:prstGeom>
          <a:noFill/>
          <a:ln w="9525">
            <a:solidFill>
              <a:srgbClr val="E0E0E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65760" y="4251960"/>
            <a:ext cx="310896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519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" y="427024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Verify deployment &amp; application status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" y="4507992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Confirm 2 nodes Ready, pods on separate nodes, HPA tracking CPU, Ingress has external IP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4672" y="470916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• Test endpoints: GET /health, POST /invoices, GET /generate-report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solidFill>
            <a:srgbClr val="D6E4F0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7548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3864"/>
                </a:solidFill>
              </a:rPr>
              <a:t>Full setup guide &amp; README: github.com/SaravananRamesh/PayFlow/blob/main/README.md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43584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Application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83080" y="1261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Node.js 18 + Express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5864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Container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83080" y="15864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Docker (Alpine, non-root user)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110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Orchestration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1911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DOKS (Kubernetes)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2357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Ingress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22357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NGINX Ingress Controller (Helm)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42032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Load Balancing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2560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 Load Balancer (Layer 4)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8849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Autoscaling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28849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HPA + Cluster Autoscaler + Pod AntiAffinity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191256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9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Registry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2095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DO Container Registry (NYC3)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5341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Storage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83080" y="35341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PostgreSQL pod + PVC (1Gi Block Storage)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4114800" cy="32461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58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Secrets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K8s Secret (ADMIN_PASSWORD, DB_PASSWORD)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1833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Config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41833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</a:rPr>
              <a:t>K8s ConfigMap (non-sensitive env vars)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987552"/>
            <a:ext cx="0" cy="374904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Repository Structure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1261872"/>
            <a:ext cx="3840480" cy="34747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1389888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payflow-saas/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83480" y="1634947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3480" y="1880006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server.js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83480" y="2125066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Dockerfile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83480" y="2370125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package.json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3480" y="2615184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k8s/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83480" y="2860243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deployment.yaml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983480" y="3105302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postgres.yaml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83480" y="3350362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configmap.yaml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83480" y="3595421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secret.yaml  |  pvc.yaml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83480" y="3840480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service.yaml  |  ingress.yaml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83480" y="4085539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hpa.yaml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983480" y="4330598"/>
            <a:ext cx="3566160" cy="2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Walkthrough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endpoints to demonstrate during the presentation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09728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Invoice dashboard with live pod identity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38988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Shows the product UI + proves the app is running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01368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01368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01368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8928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Health check returning pod hostname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1854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Curl repeatedly to show load balancing across pods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96896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596896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/invoices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268833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Create new invoice — admin protected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2980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Unlock with ADMIN_PASSWORD from K8s Secret, invoice persisted to PostgreSQL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92424"/>
            <a:ext cx="84124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92424"/>
            <a:ext cx="1737360" cy="71323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39242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/generate-report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348386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CPU-intensive report — triggers HPA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37764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</a:rPr>
              <a:t>Load test this endpoint to show pod scaling and cluster autoscaling live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06240"/>
            <a:ext cx="8412480" cy="402336"/>
          </a:xfrm>
          <a:prstGeom prst="rect">
            <a:avLst/>
          </a:prstGeom>
          <a:solidFill>
            <a:srgbClr val="FFF2CC"/>
          </a:solidFill>
          <a:ln w="12700">
            <a:solidFill>
              <a:srgbClr val="E8C8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6000"/>
                </a:solidFill>
              </a:rPr>
              <a:t>Demo tip:  Run  hey -z 120s -c 50 http://&lt;IP&gt;/generate-report  then watch  kubectl get hpa -w  and  kubectl get nodes -w  to show HPA + cluster autoscaling live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Autoscaling in Action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live load test — hey -z 120s -c 50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96012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T+0s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131673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508760" y="9326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Load test begins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11430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50 concurrent connections to /generate-report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960120" cy="402336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544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T+30s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" y="195681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508760" y="157276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CPU crosses 70% threshold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17830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CPU spikes to 248% — HPA detects target exceeded, starts 30s stabilization window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960120" cy="402336"/>
          </a:xfrm>
          <a:prstGeom prst="rect">
            <a:avLst/>
          </a:prstGeom>
          <a:solidFill>
            <a:srgbClr val="833C00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9456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T+60s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" y="259689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508760" y="221284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HPA triggers — Pod 3 created (Pending)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2423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Required pod anti-affinity means Pod 3 needs its own node — no room on existing 2 nodes, cluster autoscaler triggered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960120" cy="40233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83464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T+116s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" y="323697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508760" y="28529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Node 3 provisioned — Pod 3 scheduled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08760" y="30632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New s-1vcpu-2gb worker node Ready in ~56s — Pod 3 immediately scheduled and starts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9601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7472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T+2.5m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" y="3877056"/>
            <a:ext cx="0" cy="237744"/>
          </a:xfrm>
          <a:prstGeom prst="line">
            <a:avLst/>
          </a:prstGeom>
          <a:noFill/>
          <a:ln w="12700">
            <a:solidFill>
              <a:srgbClr val="E0E0E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508760" y="34930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CPU stabilizes across 3 pods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08760" y="3703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Load distributed across 3 pods — CPU drops below 70%, HPA starts 120s scale-down stabilization window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4114800"/>
            <a:ext cx="96012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1480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T+5m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08760" y="4133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Pods scale back 3 → 2, Node 3 removed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08760" y="43434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After 120s of sustained low CPU, HPA removes 1 pod — Node 3 now empty, cluster autoscaler deletes it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Performance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Infrastructure Cost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11480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28016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Spec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$/mo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536192"/>
            <a:ext cx="4114800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36192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DOKS Control Plane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1536192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Managed, NYC1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53619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801368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Worker Nodes (2×)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1801368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s-1vcpu-2gb each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80136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66544"/>
            <a:ext cx="4114800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66544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DO Load Balancer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2066544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Standard, Layer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06654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331720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Container Registry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11680" y="2331720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Starter tier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233172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$0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596896"/>
            <a:ext cx="4114800" cy="265176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596896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PVC (PostgreSQL)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11680" y="2596896"/>
            <a:ext cx="1325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1Gi Block Storage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5968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</a:rPr>
              <a:t>~$0.10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71216"/>
            <a:ext cx="4114800" cy="0"/>
          </a:xfrm>
          <a:prstGeom prst="line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077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Total baseline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29077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$36/mo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218688"/>
            <a:ext cx="4114800" cy="274320"/>
          </a:xfrm>
          <a:prstGeom prst="rect">
            <a:avLst/>
          </a:prstGeom>
          <a:solidFill>
            <a:srgbClr val="EBF3E3"/>
          </a:solidFill>
          <a:ln w="12700">
            <a:solidFill>
              <a:srgbClr val="93C4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2369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</a:rPr>
              <a:t>vs AWS EKS ~$159/mo  →  saves ~$123/mo (4× cheaper)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3584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Cost optimization strategies: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3803904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Right-sized pod requests — 100m CPU, 128Mi memory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HPA fills existing nodes before triggering new Droplets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Single ingress LB vs $12 per service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Nodepool scale-to-zero cuts idle costs off-peak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987552"/>
            <a:ext cx="0" cy="374904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9875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Live Cluster Performance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1261872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Avg response time (/health)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0" y="12618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~65ms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1609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Load test concurrency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223760" y="16093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50 concurrent connections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1956816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956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HPA scale-up (2 → 3 pods)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223760" y="19568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~60 seconds at 248% CPU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37760" y="2304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Cluster autoscaler (min 2 / max 3)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223760" y="23042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Node 3 provisioned in ~56s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46320" y="2651760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Scale-down (3 → 2 pods)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23760" y="26517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After 120s cooldown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Pod recovery time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223760" y="29992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~22 seconds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3346704"/>
            <a:ext cx="3840480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3467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Baseline node CPU utilization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223760" y="334670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F3864"/>
                </a:solidFill>
              </a:rPr>
              <a:t>5–6%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46320" y="362102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Performance optimization strategies: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46320" y="382219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Health + readiness probes — zero downtime pod replacement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Rolling update (surge=1, unavail=0) — deploys without traffic loss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DO Spaces CDN — static assets served at edge, reduces pod load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95959"/>
                </a:solidFill>
              </a:rPr>
              <a:t>PgBouncer (Managed DB) — connection pooling reduces DB latency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PayFlow Inc. — Q1 2026 summary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99.95%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Uptime (Q1)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~65ms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87168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Avg response time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$36/mo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08576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Monthly infra cost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005840"/>
            <a:ext cx="199339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1005840"/>
            <a:ext cx="1993392" cy="640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0972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9984" y="158191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P1 incidents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19933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Key Wins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2860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Containerized deployment with pod antiaffinity 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HPA + Cluster Autoscaler — 2→3 pods, Node 3 in 56s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K8s Secrets + ConfigMap pattern fully implemented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PostgreSQL persistence — data survives pod restarts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Health probes catch failures before customer impact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1993392"/>
            <a:ext cx="0" cy="265176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Risks to Monitor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286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No SSL/HTTPS — required before production launch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No user authentication — invoice data exposed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PostgreSQL pod — upgrade to DO Managed DB for 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2626"/>
                </a:solidFill>
              </a:rPr>
              <a:t>Single region (NYC1) — Active-Passive SFO3 by Q3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315968"/>
            <a:ext cx="8412480" cy="329184"/>
          </a:xfrm>
          <a:prstGeom prst="rect">
            <a:avLst/>
          </a:prstGeom>
          <a:solidFill>
            <a:srgbClr val="EBF3E3"/>
          </a:solidFill>
          <a:ln w="12700">
            <a:solidFill>
              <a:srgbClr val="93C4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342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</a:rPr>
              <a:t>Account health: GREEN    |    Renewal risk: Low    |    Expansion opportunity: High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1323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quarter priorities and future expansion plan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65760" y="4956048"/>
            <a:ext cx="84124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983480"/>
            <a:ext cx="8412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Saravanan Ramesh  |  Sr. Technical Account Manager  |  April 2026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969264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69264"/>
            <a:ext cx="822960" cy="73152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9264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Q2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16736" y="102412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SSL/TLS + User Auth + Managed PostgreSQL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126187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cert-manager + Let's Encrypt. JWT/OAuth2 auth. Replace PostgreSQL pod with DO Managed DB — backups, failover, read replicas.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178040" y="10424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33C00"/>
                </a:solidFill>
              </a:rPr>
              <a:t>+$15/mo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1316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Critical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773936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773936"/>
            <a:ext cx="822960" cy="731520"/>
          </a:xfrm>
          <a:prstGeom prst="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73936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Q3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833C00"/>
                </a:solidFill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16736" y="1828800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Multi-region Active-Passive deployment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16736" y="20665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SFO3 cluster for geographic HA and West Coast latency. Async DB replication via DO Managed PostgreSQL. DNS failover via DO LB.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78040" y="18470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33C00"/>
                </a:solidFill>
              </a:rPr>
              <a:t>+$36/mo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21214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High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78608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578608"/>
            <a:ext cx="822960" cy="731520"/>
          </a:xfrm>
          <a:prstGeom prst="rect">
            <a:avLst/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578608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Q3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F6000"/>
                </a:solidFill>
              </a:rPr>
              <a:t>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16736" y="263347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Observability + CI/CD + DO Spaces CDN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16736" y="287121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Prometheus + Grafana + Loki via Helm. GitHub Actions with versioned image tags. DO Spaces ($5/mo) for invoice PDFs with built-in CDN. PgBouncer pooling. Nodepool scale-to-zero.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78040" y="2651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000"/>
                </a:solidFill>
              </a:rPr>
              <a:t>+$5/mo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29260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Medium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383280"/>
            <a:ext cx="8412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383280"/>
            <a:ext cx="822960" cy="731520"/>
          </a:xfrm>
          <a:prstGeom prst="rect">
            <a:avLst/>
          </a:prstGeom>
          <a:solidFill>
            <a:srgbClr val="EBF3E3"/>
          </a:solidFill>
          <a:ln w="12700">
            <a:solidFill>
              <a:srgbClr val="EBF3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832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</a:rPr>
              <a:t>Q4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</a:rPr>
              <a:t>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16736" y="343814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AI expansion + WAF + Reserved Droplet pricing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16736" y="367588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AI invoice chatbot via DO Gradient AI Platform — Agent Builder with RAG or Serverless Inference. Cloudflare Pro ($20/mo) for Layer 7 WAF + global CDN. Evaluate 1-year Reserved Droplet pricing.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78040" y="34564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75623"/>
                </a:solidFill>
              </a:rPr>
              <a:t>+$56/mo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3730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Low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PayFlow on DOKS</dc:title>
  <dc:subject>PptxGenJS Presentation</dc:subject>
  <dc:creator>Saravanan Ramesh</dc:creator>
  <cp:lastModifiedBy>Saravanan Ramesh</cp:lastModifiedBy>
  <cp:revision>1</cp:revision>
  <dcterms:created xsi:type="dcterms:W3CDTF">2026-05-05T14:21:43Z</dcterms:created>
  <dcterms:modified xsi:type="dcterms:W3CDTF">2026-05-05T14:21:43Z</dcterms:modified>
</cp:coreProperties>
</file>