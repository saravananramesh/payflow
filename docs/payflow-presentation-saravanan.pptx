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PayFlow on DOKS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 Scalable SaaS Application on DigitalOcean Kubernetes Service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Technical Account Manager Assessment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0416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7840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PayFlow Inc.  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</a:rPr>
              <a:t>— Series A FinTech startup building invoicing &amp; billing tools for SMBs. 200+ customers, processing 5,000+ invoices/month, growing 25% QoQ. Looking to containerize and deploy their web application on DigitalOcean Kubernetes Service.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19933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74520"/>
            <a:ext cx="1993392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745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Scalability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Handle growing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workloads as 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onboard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87168" y="1874520"/>
            <a:ext cx="19933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7168" y="1874520"/>
            <a:ext cx="1993392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18745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87168" y="23317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Fast response times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for invoice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08576" y="1874520"/>
            <a:ext cx="19933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1874520"/>
            <a:ext cx="1993392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8745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Reliability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08576" y="23317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High availability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with minimal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downtime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9984" y="1874520"/>
            <a:ext cx="19933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9984" y="1874520"/>
            <a:ext cx="1993392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9984" y="18745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Cost Optimization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9984" y="23317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Avoid waste while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maintaining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Kubernetes?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and technical case for container orchestration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Business Benefits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40233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Scale on demand, pay for what you use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996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Pods scale up during billing cycles and back down after. Only pay for burst capacity when needed.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568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Deploy faster, with zero downtime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Rolling deployments go live without maintenance windows. Bad deployments auto-rollback.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78608"/>
            <a:ext cx="40233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151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Self-healing infrastructure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Failed pods restart automatically. Health probes pull unhealthy instances before customers notice.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236976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73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Predictable costs, no over-provisioning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Resource requests cap what each pod can use. Right-sizing prevents runaway processes.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895344"/>
            <a:ext cx="40233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31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Portable and cloud-independent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Same Kubernetes manifests run on any cloud. No vendor lock-in at the application layer.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987552"/>
            <a:ext cx="0" cy="374904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9875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Key Kubernetes Components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243584"/>
            <a:ext cx="4023360" cy="42062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61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12618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Desired state — replicas, update strategy, rollback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6824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16824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Stable network endpoint, load balances across pods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084832"/>
            <a:ext cx="4023360" cy="42062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1031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21031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Routes external HTTP traffic — single entry point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25237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HPA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0760" y="25237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Auto-scales pods based on CPU/memory metrics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926080"/>
            <a:ext cx="4023360" cy="42062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9443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ConfigMap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0760" y="29443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Non-sensitive config injected at runtime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33649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80760" y="33649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Sensitive credentials — never hardcoded in image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767328"/>
            <a:ext cx="4023360" cy="42062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7856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80760" y="37856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Persistent storage attached to pods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42062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80760" y="42062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Logical isolation — environments or teams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DigitalOcean Kubernetes (DOKS)?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self-managed Kubernetes and competing cloud providers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54864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Free managed control plane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DigitalOcean manages the Kubernetes control plane at no cost. AWS EKS charges $72/mo and GKE charges $72/mo per cluster just to run Kubernetes. For PayFlow's architecture, DOKS saves $864/year before a single workload runs.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54864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408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Simple setup — operational from day 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One doctl command provisions a production-ready cluster with autoscaling, kubeconfig, and DO Load Balancer integration. No VPC configuration, IAM roles, or networking expertise required upfront.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584448"/>
            <a:ext cx="54864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39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Native DigitalOcean integrations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91363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Block Storage, Container Registry, Load Balancers, and Spaces integrate directly with Kubernetes via native drivers — no third-party plugins or complex IAM policies. Billing is unified in one DO account.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987552"/>
            <a:ext cx="54864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424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Cluster Autoscaler built-in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3167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DO Droplets provision and deprovision automatically as pod demand changes. Burst capacity is billed by the hour — PayFlow only pays for extra nodes during peak billing cycles.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54864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3408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Predictable, transparent pricing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61518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No data transfer fees between DO services within the same region. No surprise charges for API calls, secret storage, or log ingestion. PayFlow's full stack runs at $36/mo with no hidden costs.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584448"/>
            <a:ext cx="54864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639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Standard Kubernetes — no lock-in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91363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DOKS runs upstream Kubernetes. The same manifests — deployment.yaml, ingress.yaml, hpa.yaml — run identically on EKS, GKE, or any other provider. Migrating is a kubeconfig swap, not a rewrite.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 — from internet to app to database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pic>
        <p:nvPicPr>
          <p:cNvPr id="7" name="Image 0" descr="/home/claude/arch_si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Setup Guide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&amp; high-level steps — full details in GitHub README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8412480" cy="658368"/>
          </a:xfrm>
          <a:prstGeom prst="rect">
            <a:avLst/>
          </a:prstGeom>
          <a:solidFill>
            <a:srgbClr val="D6E4F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Prerequisites: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0058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doctl CLI  ·  kubectl  ·  Docker  ·  DigitalOcean account  ·  Container Registry created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280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Node.js 18+ (local dev)  ·  Git repository with app/ and k8s/ folders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55648"/>
            <a:ext cx="310896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556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177393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Build &amp; push Docker image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20116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Build the container image targeting linux/amd64 platform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22128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Tag and push to DO Container Registry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" y="2029968"/>
            <a:ext cx="0" cy="146304"/>
          </a:xfrm>
          <a:prstGeom prst="line">
            <a:avLst/>
          </a:prstGeom>
          <a:noFill/>
          <a:ln w="9525">
            <a:solidFill>
              <a:srgbClr val="E0E0E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5760" y="2523744"/>
            <a:ext cx="310896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237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2542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Create DOKS cluster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277977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Provision a DOKS cluster in NYC1 with s-1vcpu-2gb nodes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" y="298094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Enable cluster autoscaler (min 2 / max 3 nodes)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" y="318211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Save kubeconfig using doctl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1208" y="2798064"/>
            <a:ext cx="0" cy="146304"/>
          </a:xfrm>
          <a:prstGeom prst="line">
            <a:avLst/>
          </a:prstGeom>
          <a:noFill/>
          <a:ln w="9525">
            <a:solidFill>
              <a:srgbClr val="E0E0E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65760" y="3483864"/>
            <a:ext cx="310896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8386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" y="350215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Create Kubernetes Secret &amp; deploy manifests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" y="373989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Create payflow-secrets with ADMIN_PASSWORD and DB_PASSWORD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" y="394106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Apply all manifests in order: PVC → PostgreSQL → ConfigMap → Deployment → Service → Ingress → HPA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1208" y="3758184"/>
            <a:ext cx="0" cy="146304"/>
          </a:xfrm>
          <a:prstGeom prst="line">
            <a:avLst/>
          </a:prstGeom>
          <a:noFill/>
          <a:ln w="9525">
            <a:solidFill>
              <a:srgbClr val="E0E0E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65760" y="4251960"/>
            <a:ext cx="310896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519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" y="427024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Verify deployment &amp; application status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" y="45079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Confirm 2 nodes Ready, pods on separate nodes, HPA tracking CPU, Ingress has external IP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4672" y="47091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Test endpoints: GET /health, POST /invoices, GET /generate-report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754880"/>
            <a:ext cx="8412480" cy="219456"/>
          </a:xfrm>
          <a:prstGeom prst="rect">
            <a:avLst/>
          </a:prstGeom>
          <a:solidFill>
            <a:srgbClr val="D6E4F0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</a:rPr>
              <a:t>Full setup guide &amp; README: github.com/SaravananRamesh/PayFlow/blob/main/README.md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4114800" cy="3246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Application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83080" y="1261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Node.js 18 + Express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5864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Container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83080" y="15864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Docker (Alpine, non-root user)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92808"/>
            <a:ext cx="4114800" cy="3246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11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Orchestration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83080" y="19110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DOKS (Kubernetes)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2357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Ingress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83080" y="22357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NGINX Ingress Controller (Helm)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542032"/>
            <a:ext cx="4114800" cy="3246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Load Balancing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83080" y="2560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DO Load Balancer (Layer 4)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8849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Autoscaling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83080" y="28849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HPA + Cluster Autoscaler + Pod AntiAffinity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191256"/>
            <a:ext cx="4114800" cy="3246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09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Registry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83080" y="3209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DO Container Registry (NYC3)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5341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Storage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783080" y="35341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PostgreSQL pod + PVC (1Gi Block Storage)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840480"/>
            <a:ext cx="4114800" cy="3246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58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Secrets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83080" y="3858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K8s Secret (ADMIN_PASSWORD, DB_PASSWORD)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1833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Config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83080" y="41833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K8s ConfigMap (non-sensitive env vars)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987552"/>
            <a:ext cx="0" cy="374904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987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Repository Structure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1261872"/>
            <a:ext cx="3840480" cy="34747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1389888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payflow-saas/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83480" y="1634947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83480" y="1880006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server.js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83480" y="2125066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Dockerfile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83480" y="2370125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package.json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83480" y="2615184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k8s/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83480" y="2860243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deployment.yaml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83480" y="3105302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postgres.yaml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83480" y="3350362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configmap.yaml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83480" y="3595421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secret.yaml  |  pvc.yaml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83480" y="3840480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service.yaml  |  ingress.yaml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83480" y="4085539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hpa.yaml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983480" y="4330598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Walkthrough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 to demonstrate during the presentation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1737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10972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Invoice dashboard with live pod identity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3898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Shows the product UI + proves the app is running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01368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01368"/>
            <a:ext cx="1737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0136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189280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Health check returning pod hostname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21854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Curl repeatedly to show load balancing across pods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96896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96896"/>
            <a:ext cx="1737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9689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/invoices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26883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Create new invoice — admin protected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40280" y="29809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Unlock with ADMIN_PASSWORD from K8s Secret, invoice persisted to PostgreSQL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92424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392424"/>
            <a:ext cx="1737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39242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/generate-report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40280" y="34838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CPU-intensive report — triggers HPA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40280" y="37764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Load test this endpoint to show pod scaling and cluster autoscaling live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206240"/>
            <a:ext cx="8412480" cy="402336"/>
          </a:xfrm>
          <a:prstGeom prst="rect">
            <a:avLst/>
          </a:prstGeom>
          <a:solidFill>
            <a:srgbClr val="FFF2CC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6000"/>
                </a:solidFill>
              </a:rPr>
              <a:t>Demo tip:  Run  hey -z 120s -c 50 http://&lt;IP&gt;/generate-report  then watch  kubectl get hpa -w  and  kubectl get nodes -w  to show HPA + cluster autoscaling live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in Action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live load test — hey -z 120s -c 50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96012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T+0s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2104" y="1316736"/>
            <a:ext cx="0" cy="237744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508760" y="932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Load test begins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50 concurrent connections to /generate-report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554480"/>
            <a:ext cx="960120" cy="402336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544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T+30s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" y="1956816"/>
            <a:ext cx="0" cy="237744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508760" y="15727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CPU crosses 70% threshold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17830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CPU spikes to 248% — HPA detects target exceeded, initiates scale-up after 30s stabilization window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194560"/>
            <a:ext cx="960120" cy="402336"/>
          </a:xfrm>
          <a:prstGeom prst="rect">
            <a:avLst/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9456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T+60s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" y="2596896"/>
            <a:ext cx="0" cy="237744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508760" y="22128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Pod 3 pending — no room on 2 nodes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24231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Required pod antiaffinity means pod 3 needs a new node — cluster autoscaler triggered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960120" cy="40233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3464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T+56s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" y="3236976"/>
            <a:ext cx="0" cy="237744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508760" y="28529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Cluster autoscaler provisions Node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3063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New s-1vcpu-2gb worker node Ready in ~56 seconds — pod 3 scheduled immediately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474720"/>
            <a:ext cx="9601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47472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T+90s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" y="3877056"/>
            <a:ext cx="0" cy="237744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508760" y="34930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CPU stabilizes across 3 pods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08760" y="3703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Load distributed — CPU drops, HPA enters 120s scale-down stabilization window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114800"/>
            <a:ext cx="9601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1480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T+5m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08760" y="4133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Pods scale back 3 → 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508760" y="4343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Gradual scale-down after sustained low CPU — Node 3 removed by cluster autoscaler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Performance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Infrastructure Cost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11480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01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Component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128016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12801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$/mo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536192"/>
            <a:ext cx="4114800" cy="265176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36192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DOKS Control Plane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153619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Managed, NYC1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53619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$0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1801368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Worker Nodes (2×)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0" y="1801368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s-1vcpu-2gb each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180136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$24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066544"/>
            <a:ext cx="4114800" cy="265176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066544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DO Load Balancer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206654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Standard, Layer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06654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$12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2331720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Container Registry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233172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Starter tier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33172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$0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596896"/>
            <a:ext cx="4114800" cy="265176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596896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PVC (PostgreSQL)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11680" y="2596896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1Gi Block Storage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259689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~$0.10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871216"/>
            <a:ext cx="411480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9077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Total baseline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29077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$36/mo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218688"/>
            <a:ext cx="4114800" cy="274320"/>
          </a:xfrm>
          <a:prstGeom prst="rect">
            <a:avLst/>
          </a:prstGeom>
          <a:solidFill>
            <a:srgbClr val="EBF3E3"/>
          </a:solidFill>
          <a:ln w="12700">
            <a:solidFill>
              <a:srgbClr val="93C4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2369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</a:rPr>
              <a:t>vs AWS EKS ~$159/mo  →  saves ~$123/mo (4× cheaper)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35844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Cost optimization strategies: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3803904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95959"/>
                </a:solidFill>
              </a:rPr>
              <a:t>Right-sized pod requests — 100m CPU, 128Mi memory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95959"/>
                </a:solidFill>
              </a:rPr>
              <a:t>HPA fills existing nodes before triggering new Droplets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95959"/>
                </a:solidFill>
              </a:rPr>
              <a:t>Single ingress LB vs $12 per service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95959"/>
                </a:solidFill>
              </a:rPr>
              <a:t>Nodepool scale-to-zero cuts idle costs off-peak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987552"/>
            <a:ext cx="0" cy="374904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987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Live Cluster Performance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1261872"/>
            <a:ext cx="384048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261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Avg response time (/health)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23760" y="12618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~65ms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37760" y="1609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Load test concurrency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23760" y="16093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50 concurrent connections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1956816"/>
            <a:ext cx="384048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19568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HPA scale-up (2 → 3 pods)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223760" y="19568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~60 seconds at 248% CPU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37760" y="23042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Cluster autoscaler (min 2 / max 3)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223760" y="23042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Node 3 provisioned in ~56s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46320" y="2651760"/>
            <a:ext cx="384048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2651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Scale-down (3 → 2 pods)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223760" y="2651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After 120s cooldown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37760" y="2999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Pod recovery time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223760" y="29992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~22 seconds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46320" y="3346704"/>
            <a:ext cx="384048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3467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CDN via DO Spaces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223760" y="33467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Static assets served at edge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937760" y="36941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Baseline node CPU utilization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223760" y="36941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5–6%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Business Review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PayFlow Inc. — Q1 2026 summary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99339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1993392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99.95%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158191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Uptime (Q1)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87168" y="1005840"/>
            <a:ext cx="199339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1005840"/>
            <a:ext cx="1993392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0972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~65ms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87168" y="158191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Avg response time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08576" y="1005840"/>
            <a:ext cx="199339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1005840"/>
            <a:ext cx="1993392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0972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$36/mo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08576" y="158191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Monthly infra cost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9984" y="1005840"/>
            <a:ext cx="199339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9984" y="1005840"/>
            <a:ext cx="1993392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10972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29984" y="158191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P1 incidents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19933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Key Wins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228600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Containerized deployment with pod antiaffinity HA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HPA + Cluster Autoscaler — 2→3 pods, Node 3 in 56s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K8s Secrets + ConfigMap pattern fully implemented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PostgreSQL persistence — data survives pod restarts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Health probes catch failures before customer impact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993392"/>
            <a:ext cx="0" cy="265176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9933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Risks to Monitor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28600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No SSL/HTTPS — required before production launch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No user authentication — invoice data exposed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PostgreSQL pod — upgrade to DO Managed DB for HA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Single region (NYC1) — Active-Passive SFO3 by Q3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315968"/>
            <a:ext cx="8412480" cy="329184"/>
          </a:xfrm>
          <a:prstGeom prst="rect">
            <a:avLst/>
          </a:prstGeom>
          <a:solidFill>
            <a:srgbClr val="EBF3E3"/>
          </a:solidFill>
          <a:ln w="12700">
            <a:solidFill>
              <a:srgbClr val="93C4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3342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</a:rPr>
              <a:t>Account health: GREEN    |    Renewal risk: Low    |    Expansion opportunity: High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Roadmap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quarter priorities and future expansion plan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969264"/>
            <a:ext cx="8412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9264"/>
            <a:ext cx="822960" cy="731520"/>
          </a:xfrm>
          <a:prstGeom prst="rect">
            <a:avLst/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926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33C00"/>
                </a:solidFill>
              </a:rPr>
              <a:t>Q2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33C00"/>
                </a:solidFill>
              </a:rPr>
              <a:t>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16736" y="1024128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SSL/TLS + User Auth + Managed PostgreSQL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16736" y="12618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cert-manager + Let's Encrypt. JWT/OAuth2 auth. Replace PostgreSQL pod with DO Managed DB — backups, failover, read replicas.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178040" y="10424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33C00"/>
                </a:solidFill>
              </a:rPr>
              <a:t>+$15/mo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78040" y="13167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Critical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773936"/>
            <a:ext cx="8412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773936"/>
            <a:ext cx="822960" cy="731520"/>
          </a:xfrm>
          <a:prstGeom prst="rect">
            <a:avLst/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77393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33C00"/>
                </a:solidFill>
              </a:rPr>
              <a:t>Q2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33C00"/>
                </a:solidFill>
              </a:rPr>
              <a:t>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16736" y="182880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Deploy observability stack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16736" y="206654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Prometheus + Grafana + Loki via Helm. App /metrics already Prometheus-ready. DO Alerts + PagerDuty/Slack.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178040" y="1847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33C00"/>
                </a:solidFill>
              </a:rPr>
              <a:t>$0 (Helm)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78040" y="21214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High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578608"/>
            <a:ext cx="8412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578608"/>
            <a:ext cx="822960" cy="731520"/>
          </a:xfrm>
          <a:prstGeom prst="rect">
            <a:avLst/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57860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33C00"/>
                </a:solidFill>
              </a:rPr>
              <a:t>Q3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33C00"/>
                </a:solidFill>
              </a:rPr>
              <a:t>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16736" y="2633472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Multi-region Active-Passive deployment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16736" y="287121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SFO3 cluster for geographic HA and West Coast latency. Async DB replication via DO Managed PostgreSQL. DNS failover via DO LB.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178040" y="2651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33C00"/>
                </a:solidFill>
              </a:rPr>
              <a:t>+$36/mo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2926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High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383280"/>
            <a:ext cx="8412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383280"/>
            <a:ext cx="82296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3832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6000"/>
                </a:solidFill>
              </a:rPr>
              <a:t>Q3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F6000"/>
                </a:solidFill>
              </a:rPr>
              <a:t>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16736" y="343814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CI/CD + DO Spaces CDN + Performance hardening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16736" y="36758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GitHub Actions with versioned image tags. DO Spaces ($5/mo) for invoice PDFs with built-in CDN. PgBouncer pooling. Nodepool scale-to-zero.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78040" y="34564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000"/>
                </a:solidFill>
              </a:rPr>
              <a:t>+$5/mo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78040" y="37307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Medium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4187952"/>
            <a:ext cx="8412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187952"/>
            <a:ext cx="822960" cy="731520"/>
          </a:xfrm>
          <a:prstGeom prst="rect">
            <a:avLst/>
          </a:prstGeom>
          <a:solidFill>
            <a:srgbClr val="EBF3E3"/>
          </a:solidFill>
          <a:ln w="12700">
            <a:solidFill>
              <a:srgbClr val="EBF3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18795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5623"/>
                </a:solidFill>
              </a:rPr>
              <a:t>Q4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75623"/>
                </a:solidFill>
              </a:rPr>
              <a:t>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16736" y="424281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AI expansion + WAF + Reserved Droplet pricing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316736" y="4480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AI invoice chatbot via Claude API + K8s Secret. Cloudflare Pro ($20/mo) for Layer 7 WAF + global CDN. Evaluate 1-year Reserved Droplet pricing.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178040" y="42611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+$56/mo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78040" y="45354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Low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PayFlow on DOKS</dc:title>
  <dc:subject>PptxGenJS Presentation</dc:subject>
  <dc:creator>Saravanan Ramesh</dc:creator>
  <cp:lastModifiedBy>Saravanan Ramesh</cp:lastModifiedBy>
  <cp:revision>1</cp:revision>
  <dcterms:created xsi:type="dcterms:W3CDTF">2026-05-01T15:36:28Z</dcterms:created>
  <dcterms:modified xsi:type="dcterms:W3CDTF">2026-05-01T15:36:28Z</dcterms:modified>
</cp:coreProperties>
</file>